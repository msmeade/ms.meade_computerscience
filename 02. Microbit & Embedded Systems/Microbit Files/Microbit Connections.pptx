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1" r:id="rId16"/>
    <p:sldId id="276" r:id="rId17"/>
    <p:sldId id="272" r:id="rId18"/>
    <p:sldId id="273" r:id="rId19"/>
    <p:sldId id="275" r:id="rId20"/>
    <p:sldId id="274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9F71F1-7973-401F-ABE0-5D9C099EB8A3}" v="10" dt="2025-10-06T20:10:46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5" d="100"/>
          <a:sy n="35" d="100"/>
        </p:scale>
        <p:origin x="220" y="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Meade" userId="88d87983-b96d-4c85-966d-a703cfc9055d" providerId="ADAL" clId="{E29B4C4F-13FF-4B50-9398-DCE754FD591C}"/>
    <pc:docChg chg="undo custSel addSld delSld modSld sldOrd">
      <pc:chgData name="Sarah Meade" userId="88d87983-b96d-4c85-966d-a703cfc9055d" providerId="ADAL" clId="{E29B4C4F-13FF-4B50-9398-DCE754FD591C}" dt="2025-10-06T20:13:02.181" v="693" actId="1076"/>
      <pc:docMkLst>
        <pc:docMk/>
      </pc:docMkLst>
      <pc:sldChg chg="modSp new mod">
        <pc:chgData name="Sarah Meade" userId="88d87983-b96d-4c85-966d-a703cfc9055d" providerId="ADAL" clId="{E29B4C4F-13FF-4B50-9398-DCE754FD591C}" dt="2025-10-06T19:49:09.940" v="37"/>
        <pc:sldMkLst>
          <pc:docMk/>
          <pc:sldMk cId="4197256376" sldId="256"/>
        </pc:sldMkLst>
        <pc:spChg chg="mod">
          <ac:chgData name="Sarah Meade" userId="88d87983-b96d-4c85-966d-a703cfc9055d" providerId="ADAL" clId="{E29B4C4F-13FF-4B50-9398-DCE754FD591C}" dt="2025-10-06T19:49:09.940" v="37"/>
          <ac:spMkLst>
            <pc:docMk/>
            <pc:sldMk cId="4197256376" sldId="256"/>
            <ac:spMk id="2" creationId="{6361EC30-2E37-886F-CE0D-8807575A1368}"/>
          </ac:spMkLst>
        </pc:spChg>
        <pc:spChg chg="mod">
          <ac:chgData name="Sarah Meade" userId="88d87983-b96d-4c85-966d-a703cfc9055d" providerId="ADAL" clId="{E29B4C4F-13FF-4B50-9398-DCE754FD591C}" dt="2025-10-06T19:49:09.940" v="37"/>
          <ac:spMkLst>
            <pc:docMk/>
            <pc:sldMk cId="4197256376" sldId="256"/>
            <ac:spMk id="3" creationId="{8B8B54AE-99F8-B8EE-9956-50D3E97EA1CA}"/>
          </ac:spMkLst>
        </pc:spChg>
      </pc:sldChg>
      <pc:sldChg chg="addSp delSp modSp new mod">
        <pc:chgData name="Sarah Meade" userId="88d87983-b96d-4c85-966d-a703cfc9055d" providerId="ADAL" clId="{E29B4C4F-13FF-4B50-9398-DCE754FD591C}" dt="2025-10-06T19:50:44.155" v="76" actId="14100"/>
        <pc:sldMkLst>
          <pc:docMk/>
          <pc:sldMk cId="1189834974" sldId="257"/>
        </pc:sldMkLst>
        <pc:spChg chg="mod">
          <ac:chgData name="Sarah Meade" userId="88d87983-b96d-4c85-966d-a703cfc9055d" providerId="ADAL" clId="{E29B4C4F-13FF-4B50-9398-DCE754FD591C}" dt="2025-10-06T19:50:30.693" v="72" actId="14100"/>
          <ac:spMkLst>
            <pc:docMk/>
            <pc:sldMk cId="1189834974" sldId="257"/>
            <ac:spMk id="2" creationId="{F6860480-0FE3-2C13-D9C5-E70AC959EDC8}"/>
          </ac:spMkLst>
        </pc:spChg>
        <pc:spChg chg="del">
          <ac:chgData name="Sarah Meade" userId="88d87983-b96d-4c85-966d-a703cfc9055d" providerId="ADAL" clId="{E29B4C4F-13FF-4B50-9398-DCE754FD591C}" dt="2025-10-06T19:50:09.555" v="39"/>
          <ac:spMkLst>
            <pc:docMk/>
            <pc:sldMk cId="1189834974" sldId="257"/>
            <ac:spMk id="3" creationId="{EADCA68E-7580-18CE-BAF3-A2324BDA2859}"/>
          </ac:spMkLst>
        </pc:spChg>
        <pc:picChg chg="add mod modCrop">
          <ac:chgData name="Sarah Meade" userId="88d87983-b96d-4c85-966d-a703cfc9055d" providerId="ADAL" clId="{E29B4C4F-13FF-4B50-9398-DCE754FD591C}" dt="2025-10-06T19:50:44.155" v="76" actId="14100"/>
          <ac:picMkLst>
            <pc:docMk/>
            <pc:sldMk cId="1189834974" sldId="257"/>
            <ac:picMk id="5" creationId="{3FF92C51-F851-AE7C-9739-962D5FD9F62D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19:51:57.128" v="109" actId="404"/>
        <pc:sldMkLst>
          <pc:docMk/>
          <pc:sldMk cId="1569566713" sldId="258"/>
        </pc:sldMkLst>
        <pc:spChg chg="mod">
          <ac:chgData name="Sarah Meade" userId="88d87983-b96d-4c85-966d-a703cfc9055d" providerId="ADAL" clId="{E29B4C4F-13FF-4B50-9398-DCE754FD591C}" dt="2025-10-06T19:51:57.128" v="109" actId="404"/>
          <ac:spMkLst>
            <pc:docMk/>
            <pc:sldMk cId="1569566713" sldId="258"/>
            <ac:spMk id="2" creationId="{353A51BE-7143-59F4-6C96-C3D587A97F07}"/>
          </ac:spMkLst>
        </pc:spChg>
        <pc:spChg chg="del">
          <ac:chgData name="Sarah Meade" userId="88d87983-b96d-4c85-966d-a703cfc9055d" providerId="ADAL" clId="{E29B4C4F-13FF-4B50-9398-DCE754FD591C}" dt="2025-10-06T19:51:01.329" v="78" actId="22"/>
          <ac:spMkLst>
            <pc:docMk/>
            <pc:sldMk cId="1569566713" sldId="258"/>
            <ac:spMk id="3" creationId="{8E3E81EB-0DCE-301F-CDE9-2DEBD4F82463}"/>
          </ac:spMkLst>
        </pc:spChg>
        <pc:picChg chg="add mod ord">
          <ac:chgData name="Sarah Meade" userId="88d87983-b96d-4c85-966d-a703cfc9055d" providerId="ADAL" clId="{E29B4C4F-13FF-4B50-9398-DCE754FD591C}" dt="2025-10-06T19:51:17.705" v="85" actId="1076"/>
          <ac:picMkLst>
            <pc:docMk/>
            <pc:sldMk cId="1569566713" sldId="258"/>
            <ac:picMk id="5" creationId="{D333E397-8D2D-9E43-A121-7A55539BB58E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19:52:19.815" v="122" actId="1076"/>
        <pc:sldMkLst>
          <pc:docMk/>
          <pc:sldMk cId="3892994006" sldId="259"/>
        </pc:sldMkLst>
        <pc:spChg chg="mod">
          <ac:chgData name="Sarah Meade" userId="88d87983-b96d-4c85-966d-a703cfc9055d" providerId="ADAL" clId="{E29B4C4F-13FF-4B50-9398-DCE754FD591C}" dt="2025-10-06T19:52:13.625" v="119" actId="403"/>
          <ac:spMkLst>
            <pc:docMk/>
            <pc:sldMk cId="3892994006" sldId="259"/>
            <ac:spMk id="2" creationId="{6325FDEB-7E06-2A94-CC67-DE23E00689EA}"/>
          </ac:spMkLst>
        </pc:spChg>
        <pc:spChg chg="del">
          <ac:chgData name="Sarah Meade" userId="88d87983-b96d-4c85-966d-a703cfc9055d" providerId="ADAL" clId="{E29B4C4F-13FF-4B50-9398-DCE754FD591C}" dt="2025-10-06T19:51:32.033" v="87" actId="22"/>
          <ac:spMkLst>
            <pc:docMk/>
            <pc:sldMk cId="3892994006" sldId="259"/>
            <ac:spMk id="3" creationId="{13BC34B1-607F-15D5-F3B0-2ED4F99BBB19}"/>
          </ac:spMkLst>
        </pc:spChg>
        <pc:picChg chg="add mod ord">
          <ac:chgData name="Sarah Meade" userId="88d87983-b96d-4c85-966d-a703cfc9055d" providerId="ADAL" clId="{E29B4C4F-13FF-4B50-9398-DCE754FD591C}" dt="2025-10-06T19:52:19.815" v="122" actId="1076"/>
          <ac:picMkLst>
            <pc:docMk/>
            <pc:sldMk cId="3892994006" sldId="259"/>
            <ac:picMk id="5" creationId="{E81F5502-9C24-A550-311F-214AFA17BAE9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19:53:24.389" v="153" actId="20577"/>
        <pc:sldMkLst>
          <pc:docMk/>
          <pc:sldMk cId="4035370203" sldId="260"/>
        </pc:sldMkLst>
        <pc:spChg chg="mod">
          <ac:chgData name="Sarah Meade" userId="88d87983-b96d-4c85-966d-a703cfc9055d" providerId="ADAL" clId="{E29B4C4F-13FF-4B50-9398-DCE754FD591C}" dt="2025-10-06T19:53:24.389" v="153" actId="20577"/>
          <ac:spMkLst>
            <pc:docMk/>
            <pc:sldMk cId="4035370203" sldId="260"/>
            <ac:spMk id="2" creationId="{9DDCDA67-C4BA-8379-26FC-978D30A7520B}"/>
          </ac:spMkLst>
        </pc:spChg>
        <pc:spChg chg="del">
          <ac:chgData name="Sarah Meade" userId="88d87983-b96d-4c85-966d-a703cfc9055d" providerId="ADAL" clId="{E29B4C4F-13FF-4B50-9398-DCE754FD591C}" dt="2025-10-06T19:52:44.863" v="124" actId="22"/>
          <ac:spMkLst>
            <pc:docMk/>
            <pc:sldMk cId="4035370203" sldId="260"/>
            <ac:spMk id="3" creationId="{C551FE74-71F1-7F78-B08A-02734A2AE937}"/>
          </ac:spMkLst>
        </pc:spChg>
        <pc:picChg chg="add mod ord">
          <ac:chgData name="Sarah Meade" userId="88d87983-b96d-4c85-966d-a703cfc9055d" providerId="ADAL" clId="{E29B4C4F-13FF-4B50-9398-DCE754FD591C}" dt="2025-10-06T19:53:05.032" v="136" actId="1076"/>
          <ac:picMkLst>
            <pc:docMk/>
            <pc:sldMk cId="4035370203" sldId="260"/>
            <ac:picMk id="5" creationId="{63E6C237-17FB-3ABB-1138-35D611C4B817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19:54:30.558" v="181" actId="1076"/>
        <pc:sldMkLst>
          <pc:docMk/>
          <pc:sldMk cId="366633990" sldId="261"/>
        </pc:sldMkLst>
        <pc:spChg chg="mod">
          <ac:chgData name="Sarah Meade" userId="88d87983-b96d-4c85-966d-a703cfc9055d" providerId="ADAL" clId="{E29B4C4F-13FF-4B50-9398-DCE754FD591C}" dt="2025-10-06T19:54:30.558" v="181" actId="1076"/>
          <ac:spMkLst>
            <pc:docMk/>
            <pc:sldMk cId="366633990" sldId="261"/>
            <ac:spMk id="2" creationId="{1B6D51D3-66DB-1890-F51B-C57186D08306}"/>
          </ac:spMkLst>
        </pc:spChg>
        <pc:spChg chg="del">
          <ac:chgData name="Sarah Meade" userId="88d87983-b96d-4c85-966d-a703cfc9055d" providerId="ADAL" clId="{E29B4C4F-13FF-4B50-9398-DCE754FD591C}" dt="2025-10-06T19:53:50.396" v="163" actId="22"/>
          <ac:spMkLst>
            <pc:docMk/>
            <pc:sldMk cId="366633990" sldId="261"/>
            <ac:spMk id="3" creationId="{51937C40-A636-3629-7DD9-6ECCEE9C12ED}"/>
          </ac:spMkLst>
        </pc:spChg>
        <pc:picChg chg="add mod ord">
          <ac:chgData name="Sarah Meade" userId="88d87983-b96d-4c85-966d-a703cfc9055d" providerId="ADAL" clId="{E29B4C4F-13FF-4B50-9398-DCE754FD591C}" dt="2025-10-06T19:54:26.892" v="180" actId="14100"/>
          <ac:picMkLst>
            <pc:docMk/>
            <pc:sldMk cId="366633990" sldId="261"/>
            <ac:picMk id="5" creationId="{832AC7AB-B95D-6822-EF8B-8C5E3BEE872D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19:55:55.985" v="221" actId="14100"/>
        <pc:sldMkLst>
          <pc:docMk/>
          <pc:sldMk cId="4172086674" sldId="262"/>
        </pc:sldMkLst>
        <pc:spChg chg="mod">
          <ac:chgData name="Sarah Meade" userId="88d87983-b96d-4c85-966d-a703cfc9055d" providerId="ADAL" clId="{E29B4C4F-13FF-4B50-9398-DCE754FD591C}" dt="2025-10-06T19:55:52.521" v="220" actId="404"/>
          <ac:spMkLst>
            <pc:docMk/>
            <pc:sldMk cId="4172086674" sldId="262"/>
            <ac:spMk id="2" creationId="{BD10176E-12BD-3365-5E2E-76D6E73497E6}"/>
          </ac:spMkLst>
        </pc:spChg>
        <pc:spChg chg="del">
          <ac:chgData name="Sarah Meade" userId="88d87983-b96d-4c85-966d-a703cfc9055d" providerId="ADAL" clId="{E29B4C4F-13FF-4B50-9398-DCE754FD591C}" dt="2025-10-06T19:54:52.311" v="183" actId="22"/>
          <ac:spMkLst>
            <pc:docMk/>
            <pc:sldMk cId="4172086674" sldId="262"/>
            <ac:spMk id="3" creationId="{E002352E-68C5-5DC2-71C0-5E7740EF9FA1}"/>
          </ac:spMkLst>
        </pc:spChg>
        <pc:picChg chg="add mod ord">
          <ac:chgData name="Sarah Meade" userId="88d87983-b96d-4c85-966d-a703cfc9055d" providerId="ADAL" clId="{E29B4C4F-13FF-4B50-9398-DCE754FD591C}" dt="2025-10-06T19:55:55.985" v="221" actId="14100"/>
          <ac:picMkLst>
            <pc:docMk/>
            <pc:sldMk cId="4172086674" sldId="262"/>
            <ac:picMk id="5" creationId="{4F318314-ED90-87B2-0569-0106B892B476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19:58:24.723" v="298" actId="20577"/>
        <pc:sldMkLst>
          <pc:docMk/>
          <pc:sldMk cId="3988485301" sldId="263"/>
        </pc:sldMkLst>
        <pc:spChg chg="mod">
          <ac:chgData name="Sarah Meade" userId="88d87983-b96d-4c85-966d-a703cfc9055d" providerId="ADAL" clId="{E29B4C4F-13FF-4B50-9398-DCE754FD591C}" dt="2025-10-06T19:58:24.723" v="298" actId="20577"/>
          <ac:spMkLst>
            <pc:docMk/>
            <pc:sldMk cId="3988485301" sldId="263"/>
            <ac:spMk id="2" creationId="{6CCC88EA-9083-330B-88FA-6CC119418CBF}"/>
          </ac:spMkLst>
        </pc:spChg>
        <pc:spChg chg="del">
          <ac:chgData name="Sarah Meade" userId="88d87983-b96d-4c85-966d-a703cfc9055d" providerId="ADAL" clId="{E29B4C4F-13FF-4B50-9398-DCE754FD591C}" dt="2025-10-06T19:57:01.557" v="266" actId="478"/>
          <ac:spMkLst>
            <pc:docMk/>
            <pc:sldMk cId="3988485301" sldId="263"/>
            <ac:spMk id="3" creationId="{E497A74A-59C3-1438-826D-8D3D050264A0}"/>
          </ac:spMkLst>
        </pc:spChg>
        <pc:picChg chg="add mod">
          <ac:chgData name="Sarah Meade" userId="88d87983-b96d-4c85-966d-a703cfc9055d" providerId="ADAL" clId="{E29B4C4F-13FF-4B50-9398-DCE754FD591C}" dt="2025-10-06T19:56:31.010" v="224" actId="1076"/>
          <ac:picMkLst>
            <pc:docMk/>
            <pc:sldMk cId="3988485301" sldId="263"/>
            <ac:picMk id="5" creationId="{74A32460-D8D2-EA5F-C6CA-F326B92F0EDF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19:58:14.555" v="280" actId="1076"/>
        <pc:sldMkLst>
          <pc:docMk/>
          <pc:sldMk cId="4021454912" sldId="264"/>
        </pc:sldMkLst>
        <pc:spChg chg="mod">
          <ac:chgData name="Sarah Meade" userId="88d87983-b96d-4c85-966d-a703cfc9055d" providerId="ADAL" clId="{E29B4C4F-13FF-4B50-9398-DCE754FD591C}" dt="2025-10-06T19:58:14.555" v="280" actId="1076"/>
          <ac:spMkLst>
            <pc:docMk/>
            <pc:sldMk cId="4021454912" sldId="264"/>
            <ac:spMk id="2" creationId="{8A3B1661-30B5-7D1A-33F7-4D0CD861C0A4}"/>
          </ac:spMkLst>
        </pc:spChg>
        <pc:spChg chg="del">
          <ac:chgData name="Sarah Meade" userId="88d87983-b96d-4c85-966d-a703cfc9055d" providerId="ADAL" clId="{E29B4C4F-13FF-4B50-9398-DCE754FD591C}" dt="2025-10-06T19:57:50.873" v="271" actId="22"/>
          <ac:spMkLst>
            <pc:docMk/>
            <pc:sldMk cId="4021454912" sldId="264"/>
            <ac:spMk id="3" creationId="{90E7C79A-3498-3592-0153-060FFE204AB9}"/>
          </ac:spMkLst>
        </pc:spChg>
        <pc:picChg chg="add mod ord">
          <ac:chgData name="Sarah Meade" userId="88d87983-b96d-4c85-966d-a703cfc9055d" providerId="ADAL" clId="{E29B4C4F-13FF-4B50-9398-DCE754FD591C}" dt="2025-10-06T19:57:58.636" v="274" actId="1076"/>
          <ac:picMkLst>
            <pc:docMk/>
            <pc:sldMk cId="4021454912" sldId="264"/>
            <ac:picMk id="5" creationId="{4E74EB8D-4069-160C-8C09-6C4BBA930F0D}"/>
          </ac:picMkLst>
        </pc:picChg>
      </pc:sldChg>
      <pc:sldChg chg="addSp delSp modSp new mod setBg">
        <pc:chgData name="Sarah Meade" userId="88d87983-b96d-4c85-966d-a703cfc9055d" providerId="ADAL" clId="{E29B4C4F-13FF-4B50-9398-DCE754FD591C}" dt="2025-10-06T20:01:02.076" v="372" actId="20577"/>
        <pc:sldMkLst>
          <pc:docMk/>
          <pc:sldMk cId="2306289889" sldId="265"/>
        </pc:sldMkLst>
        <pc:spChg chg="add del mod">
          <ac:chgData name="Sarah Meade" userId="88d87983-b96d-4c85-966d-a703cfc9055d" providerId="ADAL" clId="{E29B4C4F-13FF-4B50-9398-DCE754FD591C}" dt="2025-10-06T20:01:02.076" v="372" actId="20577"/>
          <ac:spMkLst>
            <pc:docMk/>
            <pc:sldMk cId="2306289889" sldId="265"/>
            <ac:spMk id="2" creationId="{E15F7F22-2C72-A650-B058-5B5A6279AE0B}"/>
          </ac:spMkLst>
        </pc:spChg>
        <pc:spChg chg="del">
          <ac:chgData name="Sarah Meade" userId="88d87983-b96d-4c85-966d-a703cfc9055d" providerId="ADAL" clId="{E29B4C4F-13FF-4B50-9398-DCE754FD591C}" dt="2025-10-06T19:58:51.550" v="300" actId="22"/>
          <ac:spMkLst>
            <pc:docMk/>
            <pc:sldMk cId="2306289889" sldId="265"/>
            <ac:spMk id="3" creationId="{AB23D94A-9EFF-51B5-6471-C65D4DAF909A}"/>
          </ac:spMkLst>
        </pc:spChg>
        <pc:picChg chg="add mod ord">
          <ac:chgData name="Sarah Meade" userId="88d87983-b96d-4c85-966d-a703cfc9055d" providerId="ADAL" clId="{E29B4C4F-13FF-4B50-9398-DCE754FD591C}" dt="2025-10-06T20:00:47.757" v="369" actId="1076"/>
          <ac:picMkLst>
            <pc:docMk/>
            <pc:sldMk cId="2306289889" sldId="265"/>
            <ac:picMk id="5" creationId="{8200498E-0C73-C414-6266-730EB56D5376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20:00:31.825" v="367" actId="1076"/>
        <pc:sldMkLst>
          <pc:docMk/>
          <pc:sldMk cId="271864701" sldId="266"/>
        </pc:sldMkLst>
        <pc:spChg chg="mod">
          <ac:chgData name="Sarah Meade" userId="88d87983-b96d-4c85-966d-a703cfc9055d" providerId="ADAL" clId="{E29B4C4F-13FF-4B50-9398-DCE754FD591C}" dt="2025-10-06T20:00:31.825" v="367" actId="1076"/>
          <ac:spMkLst>
            <pc:docMk/>
            <pc:sldMk cId="271864701" sldId="266"/>
            <ac:spMk id="2" creationId="{CC0F9E80-507D-02CB-6180-9EBA04FA0C58}"/>
          </ac:spMkLst>
        </pc:spChg>
        <pc:spChg chg="del">
          <ac:chgData name="Sarah Meade" userId="88d87983-b96d-4c85-966d-a703cfc9055d" providerId="ADAL" clId="{E29B4C4F-13FF-4B50-9398-DCE754FD591C}" dt="2025-10-06T19:59:52.094" v="325" actId="22"/>
          <ac:spMkLst>
            <pc:docMk/>
            <pc:sldMk cId="271864701" sldId="266"/>
            <ac:spMk id="3" creationId="{8D9F208A-C182-8FF4-C6EA-B4E1C0B29F8C}"/>
          </ac:spMkLst>
        </pc:spChg>
        <pc:picChg chg="add mod ord">
          <ac:chgData name="Sarah Meade" userId="88d87983-b96d-4c85-966d-a703cfc9055d" providerId="ADAL" clId="{E29B4C4F-13FF-4B50-9398-DCE754FD591C}" dt="2025-10-06T20:00:28.319" v="366" actId="1076"/>
          <ac:picMkLst>
            <pc:docMk/>
            <pc:sldMk cId="271864701" sldId="266"/>
            <ac:picMk id="5" creationId="{4A07CA45-A7EF-36A0-74BC-5C8E8F4B9434}"/>
          </ac:picMkLst>
        </pc:picChg>
      </pc:sldChg>
      <pc:sldChg chg="addSp delSp modSp new mod ord">
        <pc:chgData name="Sarah Meade" userId="88d87983-b96d-4c85-966d-a703cfc9055d" providerId="ADAL" clId="{E29B4C4F-13FF-4B50-9398-DCE754FD591C}" dt="2025-10-06T20:01:52.341" v="397" actId="1076"/>
        <pc:sldMkLst>
          <pc:docMk/>
          <pc:sldMk cId="2976493555" sldId="267"/>
        </pc:sldMkLst>
        <pc:spChg chg="mod">
          <ac:chgData name="Sarah Meade" userId="88d87983-b96d-4c85-966d-a703cfc9055d" providerId="ADAL" clId="{E29B4C4F-13FF-4B50-9398-DCE754FD591C}" dt="2025-10-06T20:01:46.052" v="395" actId="14100"/>
          <ac:spMkLst>
            <pc:docMk/>
            <pc:sldMk cId="2976493555" sldId="267"/>
            <ac:spMk id="2" creationId="{65B88EF7-F1EC-4DED-04BE-CBD27B92F98E}"/>
          </ac:spMkLst>
        </pc:spChg>
        <pc:spChg chg="del">
          <ac:chgData name="Sarah Meade" userId="88d87983-b96d-4c85-966d-a703cfc9055d" providerId="ADAL" clId="{E29B4C4F-13FF-4B50-9398-DCE754FD591C}" dt="2025-10-06T20:01:11.760" v="375" actId="22"/>
          <ac:spMkLst>
            <pc:docMk/>
            <pc:sldMk cId="2976493555" sldId="267"/>
            <ac:spMk id="3" creationId="{3203C90F-DF39-F953-CBC7-3498CC1865A8}"/>
          </ac:spMkLst>
        </pc:spChg>
        <pc:picChg chg="add mod ord">
          <ac:chgData name="Sarah Meade" userId="88d87983-b96d-4c85-966d-a703cfc9055d" providerId="ADAL" clId="{E29B4C4F-13FF-4B50-9398-DCE754FD591C}" dt="2025-10-06T20:01:52.341" v="397" actId="1076"/>
          <ac:picMkLst>
            <pc:docMk/>
            <pc:sldMk cId="2976493555" sldId="267"/>
            <ac:picMk id="5" creationId="{0CA7F88D-7213-2E0D-6E9A-A9D2A45A5C53}"/>
          </ac:picMkLst>
        </pc:picChg>
        <pc:picChg chg="add del">
          <ac:chgData name="Sarah Meade" userId="88d87983-b96d-4c85-966d-a703cfc9055d" providerId="ADAL" clId="{E29B4C4F-13FF-4B50-9398-DCE754FD591C}" dt="2025-10-06T20:01:15.760" v="377" actId="22"/>
          <ac:picMkLst>
            <pc:docMk/>
            <pc:sldMk cId="2976493555" sldId="267"/>
            <ac:picMk id="7" creationId="{812F2223-D7B6-FD46-8E29-2319584605F6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20:04:47.432" v="482" actId="1076"/>
        <pc:sldMkLst>
          <pc:docMk/>
          <pc:sldMk cId="2988478650" sldId="268"/>
        </pc:sldMkLst>
        <pc:spChg chg="mod">
          <ac:chgData name="Sarah Meade" userId="88d87983-b96d-4c85-966d-a703cfc9055d" providerId="ADAL" clId="{E29B4C4F-13FF-4B50-9398-DCE754FD591C}" dt="2025-10-06T20:03:58.518" v="474" actId="1076"/>
          <ac:spMkLst>
            <pc:docMk/>
            <pc:sldMk cId="2988478650" sldId="268"/>
            <ac:spMk id="2" creationId="{04AD3740-9B13-75CA-CB6C-B7FD2D485F93}"/>
          </ac:spMkLst>
        </pc:spChg>
        <pc:spChg chg="del">
          <ac:chgData name="Sarah Meade" userId="88d87983-b96d-4c85-966d-a703cfc9055d" providerId="ADAL" clId="{E29B4C4F-13FF-4B50-9398-DCE754FD591C}" dt="2025-10-06T20:03:50.032" v="472" actId="478"/>
          <ac:spMkLst>
            <pc:docMk/>
            <pc:sldMk cId="2988478650" sldId="268"/>
            <ac:spMk id="3" creationId="{3EB229EF-1A24-3E66-4D7F-2AED6A476504}"/>
          </ac:spMkLst>
        </pc:spChg>
        <pc:picChg chg="add del mod">
          <ac:chgData name="Sarah Meade" userId="88d87983-b96d-4c85-966d-a703cfc9055d" providerId="ADAL" clId="{E29B4C4F-13FF-4B50-9398-DCE754FD591C}" dt="2025-10-06T20:04:36.571" v="476" actId="478"/>
          <ac:picMkLst>
            <pc:docMk/>
            <pc:sldMk cId="2988478650" sldId="268"/>
            <ac:picMk id="5" creationId="{695E7030-040E-83BF-88A1-3ECF62DF7D5A}"/>
          </ac:picMkLst>
        </pc:picChg>
        <pc:picChg chg="add mod">
          <ac:chgData name="Sarah Meade" userId="88d87983-b96d-4c85-966d-a703cfc9055d" providerId="ADAL" clId="{E29B4C4F-13FF-4B50-9398-DCE754FD591C}" dt="2025-10-06T20:04:47.432" v="482" actId="1076"/>
          <ac:picMkLst>
            <pc:docMk/>
            <pc:sldMk cId="2988478650" sldId="268"/>
            <ac:picMk id="7" creationId="{F46E4DF6-C816-DBF1-D182-020199BD1C3D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20:05:47.193" v="502" actId="122"/>
        <pc:sldMkLst>
          <pc:docMk/>
          <pc:sldMk cId="1050885648" sldId="269"/>
        </pc:sldMkLst>
        <pc:spChg chg="mod">
          <ac:chgData name="Sarah Meade" userId="88d87983-b96d-4c85-966d-a703cfc9055d" providerId="ADAL" clId="{E29B4C4F-13FF-4B50-9398-DCE754FD591C}" dt="2025-10-06T20:05:47.193" v="502" actId="122"/>
          <ac:spMkLst>
            <pc:docMk/>
            <pc:sldMk cId="1050885648" sldId="269"/>
            <ac:spMk id="2" creationId="{F491320E-F15F-04D2-58DA-24A699E5DD8C}"/>
          </ac:spMkLst>
        </pc:spChg>
        <pc:spChg chg="del">
          <ac:chgData name="Sarah Meade" userId="88d87983-b96d-4c85-966d-a703cfc9055d" providerId="ADAL" clId="{E29B4C4F-13FF-4B50-9398-DCE754FD591C}" dt="2025-10-06T20:05:17.090" v="484" actId="22"/>
          <ac:spMkLst>
            <pc:docMk/>
            <pc:sldMk cId="1050885648" sldId="269"/>
            <ac:spMk id="3" creationId="{83C18D20-2928-5C93-4D04-AECB02F833A2}"/>
          </ac:spMkLst>
        </pc:spChg>
        <pc:picChg chg="add mod ord">
          <ac:chgData name="Sarah Meade" userId="88d87983-b96d-4c85-966d-a703cfc9055d" providerId="ADAL" clId="{E29B4C4F-13FF-4B50-9398-DCE754FD591C}" dt="2025-10-06T20:05:20.762" v="486" actId="14100"/>
          <ac:picMkLst>
            <pc:docMk/>
            <pc:sldMk cId="1050885648" sldId="269"/>
            <ac:picMk id="5" creationId="{3D8D7E2B-BFC5-00F2-BF47-48C467479CA3}"/>
          </ac:picMkLst>
        </pc:picChg>
      </pc:sldChg>
      <pc:sldChg chg="new del">
        <pc:chgData name="Sarah Meade" userId="88d87983-b96d-4c85-966d-a703cfc9055d" providerId="ADAL" clId="{E29B4C4F-13FF-4B50-9398-DCE754FD591C}" dt="2025-10-06T20:05:51.610" v="504" actId="680"/>
        <pc:sldMkLst>
          <pc:docMk/>
          <pc:sldMk cId="457819463" sldId="270"/>
        </pc:sldMkLst>
      </pc:sldChg>
      <pc:sldChg chg="addSp delSp modSp new mod">
        <pc:chgData name="Sarah Meade" userId="88d87983-b96d-4c85-966d-a703cfc9055d" providerId="ADAL" clId="{E29B4C4F-13FF-4B50-9398-DCE754FD591C}" dt="2025-10-06T20:07:37.346" v="535" actId="1076"/>
        <pc:sldMkLst>
          <pc:docMk/>
          <pc:sldMk cId="1638147868" sldId="270"/>
        </pc:sldMkLst>
        <pc:spChg chg="mod">
          <ac:chgData name="Sarah Meade" userId="88d87983-b96d-4c85-966d-a703cfc9055d" providerId="ADAL" clId="{E29B4C4F-13FF-4B50-9398-DCE754FD591C}" dt="2025-10-06T20:07:37.346" v="535" actId="1076"/>
          <ac:spMkLst>
            <pc:docMk/>
            <pc:sldMk cId="1638147868" sldId="270"/>
            <ac:spMk id="2" creationId="{05F32EFF-6682-0F0B-502E-49B3CBBDA95A}"/>
          </ac:spMkLst>
        </pc:spChg>
        <pc:spChg chg="del">
          <ac:chgData name="Sarah Meade" userId="88d87983-b96d-4c85-966d-a703cfc9055d" providerId="ADAL" clId="{E29B4C4F-13FF-4B50-9398-DCE754FD591C}" dt="2025-10-06T20:07:10.598" v="506" actId="22"/>
          <ac:spMkLst>
            <pc:docMk/>
            <pc:sldMk cId="1638147868" sldId="270"/>
            <ac:spMk id="3" creationId="{A44D14C4-5AE8-72A7-1896-9DDB482AF35A}"/>
          </ac:spMkLst>
        </pc:spChg>
        <pc:picChg chg="add mod ord">
          <ac:chgData name="Sarah Meade" userId="88d87983-b96d-4c85-966d-a703cfc9055d" providerId="ADAL" clId="{E29B4C4F-13FF-4B50-9398-DCE754FD591C}" dt="2025-10-06T20:07:18.048" v="508" actId="14100"/>
          <ac:picMkLst>
            <pc:docMk/>
            <pc:sldMk cId="1638147868" sldId="270"/>
            <ac:picMk id="5" creationId="{625A843E-E21E-583B-7482-1725E2A36F95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20:09:05.615" v="597" actId="14100"/>
        <pc:sldMkLst>
          <pc:docMk/>
          <pc:sldMk cId="3604716624" sldId="271"/>
        </pc:sldMkLst>
        <pc:spChg chg="mod">
          <ac:chgData name="Sarah Meade" userId="88d87983-b96d-4c85-966d-a703cfc9055d" providerId="ADAL" clId="{E29B4C4F-13FF-4B50-9398-DCE754FD591C}" dt="2025-10-06T20:09:03.864" v="596" actId="1076"/>
          <ac:spMkLst>
            <pc:docMk/>
            <pc:sldMk cId="3604716624" sldId="271"/>
            <ac:spMk id="2" creationId="{24177FD6-DD4E-753F-8E3F-EF9DF0A3CF02}"/>
          </ac:spMkLst>
        </pc:spChg>
        <pc:spChg chg="del">
          <ac:chgData name="Sarah Meade" userId="88d87983-b96d-4c85-966d-a703cfc9055d" providerId="ADAL" clId="{E29B4C4F-13FF-4B50-9398-DCE754FD591C}" dt="2025-10-06T20:08:14.344" v="537" actId="22"/>
          <ac:spMkLst>
            <pc:docMk/>
            <pc:sldMk cId="3604716624" sldId="271"/>
            <ac:spMk id="3" creationId="{16FC5614-0848-40C8-9A05-E29C954C9E1F}"/>
          </ac:spMkLst>
        </pc:spChg>
        <pc:picChg chg="add mod ord">
          <ac:chgData name="Sarah Meade" userId="88d87983-b96d-4c85-966d-a703cfc9055d" providerId="ADAL" clId="{E29B4C4F-13FF-4B50-9398-DCE754FD591C}" dt="2025-10-06T20:09:05.615" v="597" actId="14100"/>
          <ac:picMkLst>
            <pc:docMk/>
            <pc:sldMk cId="3604716624" sldId="271"/>
            <ac:picMk id="5" creationId="{70724CB3-F07D-14CA-B858-AD8EA658700C}"/>
          </ac:picMkLst>
        </pc:picChg>
      </pc:sldChg>
      <pc:sldChg chg="addSp delSp modSp add mod">
        <pc:chgData name="Sarah Meade" userId="88d87983-b96d-4c85-966d-a703cfc9055d" providerId="ADAL" clId="{E29B4C4F-13FF-4B50-9398-DCE754FD591C}" dt="2025-10-06T20:09:46.587" v="629" actId="20577"/>
        <pc:sldMkLst>
          <pc:docMk/>
          <pc:sldMk cId="101478211" sldId="272"/>
        </pc:sldMkLst>
        <pc:spChg chg="mod">
          <ac:chgData name="Sarah Meade" userId="88d87983-b96d-4c85-966d-a703cfc9055d" providerId="ADAL" clId="{E29B4C4F-13FF-4B50-9398-DCE754FD591C}" dt="2025-10-06T20:09:46.587" v="629" actId="20577"/>
          <ac:spMkLst>
            <pc:docMk/>
            <pc:sldMk cId="101478211" sldId="272"/>
            <ac:spMk id="2" creationId="{3DEABB1D-64C5-7FC4-3F97-A77073BA97CF}"/>
          </ac:spMkLst>
        </pc:spChg>
        <pc:spChg chg="add del mod">
          <ac:chgData name="Sarah Meade" userId="88d87983-b96d-4c85-966d-a703cfc9055d" providerId="ADAL" clId="{E29B4C4F-13FF-4B50-9398-DCE754FD591C}" dt="2025-10-06T20:09:32.131" v="601" actId="478"/>
          <ac:spMkLst>
            <pc:docMk/>
            <pc:sldMk cId="101478211" sldId="272"/>
            <ac:spMk id="7" creationId="{99FFE78C-A2CE-6CB8-965D-584ACB841538}"/>
          </ac:spMkLst>
        </pc:spChg>
        <pc:picChg chg="add mod">
          <ac:chgData name="Sarah Meade" userId="88d87983-b96d-4c85-966d-a703cfc9055d" providerId="ADAL" clId="{E29B4C4F-13FF-4B50-9398-DCE754FD591C}" dt="2025-10-06T20:09:36.966" v="603" actId="14100"/>
          <ac:picMkLst>
            <pc:docMk/>
            <pc:sldMk cId="101478211" sldId="272"/>
            <ac:picMk id="4" creationId="{111C55CC-A5F1-2789-91BC-E24FD0E24B87}"/>
          </ac:picMkLst>
        </pc:picChg>
        <pc:picChg chg="del">
          <ac:chgData name="Sarah Meade" userId="88d87983-b96d-4c85-966d-a703cfc9055d" providerId="ADAL" clId="{E29B4C4F-13FF-4B50-9398-DCE754FD591C}" dt="2025-10-06T20:09:30.011" v="600" actId="478"/>
          <ac:picMkLst>
            <pc:docMk/>
            <pc:sldMk cId="101478211" sldId="272"/>
            <ac:picMk id="5" creationId="{A49F214F-0078-14AC-FB62-6B736D630490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20:10:28.189" v="652" actId="1076"/>
        <pc:sldMkLst>
          <pc:docMk/>
          <pc:sldMk cId="116408330" sldId="273"/>
        </pc:sldMkLst>
        <pc:spChg chg="mod">
          <ac:chgData name="Sarah Meade" userId="88d87983-b96d-4c85-966d-a703cfc9055d" providerId="ADAL" clId="{E29B4C4F-13FF-4B50-9398-DCE754FD591C}" dt="2025-10-06T20:10:28.189" v="652" actId="1076"/>
          <ac:spMkLst>
            <pc:docMk/>
            <pc:sldMk cId="116408330" sldId="273"/>
            <ac:spMk id="2" creationId="{AF9A6403-28A9-6188-9910-40F3F9C0B503}"/>
          </ac:spMkLst>
        </pc:spChg>
        <pc:spChg chg="del">
          <ac:chgData name="Sarah Meade" userId="88d87983-b96d-4c85-966d-a703cfc9055d" providerId="ADAL" clId="{E29B4C4F-13FF-4B50-9398-DCE754FD591C}" dt="2025-10-06T20:10:05.520" v="631" actId="22"/>
          <ac:spMkLst>
            <pc:docMk/>
            <pc:sldMk cId="116408330" sldId="273"/>
            <ac:spMk id="3" creationId="{4F5780F4-DBD7-AC48-61FB-7E59417E433D}"/>
          </ac:spMkLst>
        </pc:spChg>
        <pc:picChg chg="add mod ord">
          <ac:chgData name="Sarah Meade" userId="88d87983-b96d-4c85-966d-a703cfc9055d" providerId="ADAL" clId="{E29B4C4F-13FF-4B50-9398-DCE754FD591C}" dt="2025-10-06T20:10:11.045" v="633" actId="14100"/>
          <ac:picMkLst>
            <pc:docMk/>
            <pc:sldMk cId="116408330" sldId="273"/>
            <ac:picMk id="5" creationId="{3134F743-243B-9726-F3AD-229381380758}"/>
          </ac:picMkLst>
        </pc:picChg>
      </pc:sldChg>
      <pc:sldChg chg="addSp delSp modSp add mod">
        <pc:chgData name="Sarah Meade" userId="88d87983-b96d-4c85-966d-a703cfc9055d" providerId="ADAL" clId="{E29B4C4F-13FF-4B50-9398-DCE754FD591C}" dt="2025-10-06T20:11:20.683" v="683" actId="1076"/>
        <pc:sldMkLst>
          <pc:docMk/>
          <pc:sldMk cId="2677745194" sldId="274"/>
        </pc:sldMkLst>
        <pc:spChg chg="mod">
          <ac:chgData name="Sarah Meade" userId="88d87983-b96d-4c85-966d-a703cfc9055d" providerId="ADAL" clId="{E29B4C4F-13FF-4B50-9398-DCE754FD591C}" dt="2025-10-06T20:11:20.683" v="683" actId="1076"/>
          <ac:spMkLst>
            <pc:docMk/>
            <pc:sldMk cId="2677745194" sldId="274"/>
            <ac:spMk id="2" creationId="{60D9130F-6D1B-6FF5-A0F3-07F79DA7E6C8}"/>
          </ac:spMkLst>
        </pc:spChg>
        <pc:spChg chg="add del mod">
          <ac:chgData name="Sarah Meade" userId="88d87983-b96d-4c85-966d-a703cfc9055d" providerId="ADAL" clId="{E29B4C4F-13FF-4B50-9398-DCE754FD591C}" dt="2025-10-06T20:10:59.837" v="656" actId="478"/>
          <ac:spMkLst>
            <pc:docMk/>
            <pc:sldMk cId="2677745194" sldId="274"/>
            <ac:spMk id="4" creationId="{40B44B9E-9730-FB21-90EB-C3593A8D3E1C}"/>
          </ac:spMkLst>
        </pc:spChg>
        <pc:picChg chg="del">
          <ac:chgData name="Sarah Meade" userId="88d87983-b96d-4c85-966d-a703cfc9055d" providerId="ADAL" clId="{E29B4C4F-13FF-4B50-9398-DCE754FD591C}" dt="2025-10-06T20:10:56.809" v="654" actId="478"/>
          <ac:picMkLst>
            <pc:docMk/>
            <pc:sldMk cId="2677745194" sldId="274"/>
            <ac:picMk id="5" creationId="{3D2596E6-21D3-4743-D20A-D8A3B93AC48D}"/>
          </ac:picMkLst>
        </pc:picChg>
        <pc:picChg chg="add mod">
          <ac:chgData name="Sarah Meade" userId="88d87983-b96d-4c85-966d-a703cfc9055d" providerId="ADAL" clId="{E29B4C4F-13FF-4B50-9398-DCE754FD591C}" dt="2025-10-06T20:11:06.652" v="659" actId="1076"/>
          <ac:picMkLst>
            <pc:docMk/>
            <pc:sldMk cId="2677745194" sldId="274"/>
            <ac:picMk id="7" creationId="{90BC5DC7-EB5C-D6FD-77D3-BEA815994AF4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20:12:31.012" v="688" actId="1076"/>
        <pc:sldMkLst>
          <pc:docMk/>
          <pc:sldMk cId="4213649746" sldId="275"/>
        </pc:sldMkLst>
        <pc:spChg chg="del">
          <ac:chgData name="Sarah Meade" userId="88d87983-b96d-4c85-966d-a703cfc9055d" providerId="ADAL" clId="{E29B4C4F-13FF-4B50-9398-DCE754FD591C}" dt="2025-10-06T20:12:26.787" v="685" actId="22"/>
          <ac:spMkLst>
            <pc:docMk/>
            <pc:sldMk cId="4213649746" sldId="275"/>
            <ac:spMk id="3" creationId="{675BB1A5-858D-03E3-5599-12D4ACE090BF}"/>
          </ac:spMkLst>
        </pc:spChg>
        <pc:picChg chg="add mod ord">
          <ac:chgData name="Sarah Meade" userId="88d87983-b96d-4c85-966d-a703cfc9055d" providerId="ADAL" clId="{E29B4C4F-13FF-4B50-9398-DCE754FD591C}" dt="2025-10-06T20:12:31.012" v="688" actId="1076"/>
          <ac:picMkLst>
            <pc:docMk/>
            <pc:sldMk cId="4213649746" sldId="275"/>
            <ac:picMk id="5" creationId="{3E23B805-70A1-6F71-34F9-B9305C519383}"/>
          </ac:picMkLst>
        </pc:picChg>
      </pc:sldChg>
      <pc:sldChg chg="addSp delSp modSp new mod">
        <pc:chgData name="Sarah Meade" userId="88d87983-b96d-4c85-966d-a703cfc9055d" providerId="ADAL" clId="{E29B4C4F-13FF-4B50-9398-DCE754FD591C}" dt="2025-10-06T20:13:02.181" v="693" actId="1076"/>
        <pc:sldMkLst>
          <pc:docMk/>
          <pc:sldMk cId="3056475868" sldId="276"/>
        </pc:sldMkLst>
        <pc:spChg chg="del">
          <ac:chgData name="Sarah Meade" userId="88d87983-b96d-4c85-966d-a703cfc9055d" providerId="ADAL" clId="{E29B4C4F-13FF-4B50-9398-DCE754FD591C}" dt="2025-10-06T20:12:56.355" v="690" actId="22"/>
          <ac:spMkLst>
            <pc:docMk/>
            <pc:sldMk cId="3056475868" sldId="276"/>
            <ac:spMk id="3" creationId="{CB797D5E-3E74-8FF0-C620-742E14D25823}"/>
          </ac:spMkLst>
        </pc:spChg>
        <pc:picChg chg="add mod ord">
          <ac:chgData name="Sarah Meade" userId="88d87983-b96d-4c85-966d-a703cfc9055d" providerId="ADAL" clId="{E29B4C4F-13FF-4B50-9398-DCE754FD591C}" dt="2025-10-06T20:13:02.181" v="693" actId="1076"/>
          <ac:picMkLst>
            <pc:docMk/>
            <pc:sldMk cId="3056475868" sldId="276"/>
            <ac:picMk id="5" creationId="{1C272917-3136-961B-E952-72DC1CD0874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5559-DAA1-18D5-1A60-C6BB2A334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F2CFF-BFA6-302E-64DF-F19F2F0D9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A6660-CF91-9866-AD57-559A8457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612B5-07DD-6782-FD5D-BFD5DB70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52B04-979F-C987-B942-D4DBBB0C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266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97B8-8601-6AD3-C961-8B41BDC6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79C63-9C3F-8C26-BB7E-DA3AA7C47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D8520-D920-1736-8E99-5DBABE28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D3168-8AA8-C206-82DA-E5FF48C7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C2DAD-88AE-F332-6D56-99A417B2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429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51E4-3C7A-8E5A-67DA-BF3AF30D6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362B1-0BFA-86CF-859B-2C4DE0DD2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AFE28-F8B7-25F8-DE12-D3A6E6637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9B9F2-B403-54DE-5222-0AF894112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6524B-92BB-0A57-AFF1-F06C806E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928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625AB-02F3-74F2-EA61-7F609D11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BF07D-F8B5-39AB-F645-F3ADF911C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7908E-B1FB-827D-9134-6DCC91B9C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1BD63-7EF5-A816-0D49-78A5597C9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C6148-0C52-B29F-44E8-BB2F58BB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0EFD5-F7DE-1CCD-1249-EB8AF478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721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D67B-7541-97DF-B128-876BAE1B5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90E8C-429D-0B15-1935-ED11649B7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DCCF7-C844-AB28-987C-69EA76A23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CFBC97-435A-5B0D-0F22-AC7B20581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7742DF-0F21-E66B-1FA9-485DF996F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BDA0C-F18D-3C2F-2DC5-7CCEB9D4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02C35E-6921-5030-B915-B3B8CA6E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AF447-2EA7-C6D5-C628-51986055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344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F39A-AD8D-7285-1F38-4043891B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3EF671-97AB-5CFD-ABB9-B5C51335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BBDA4-7661-CDDE-0BCE-8733C1B1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8F510-CC99-F4BE-CAE4-FD35432B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316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712C8-223A-F2BA-A770-EB817A17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7A18E-184F-B0D0-C31A-2CACE3C3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486F3-54E9-FF47-DB22-2D5725AD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0066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2EC2-9B8C-D919-C2D6-6E8C634D7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08BE8-9AD6-FE63-2EAF-D41E23844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116CD-60E5-5486-AC1C-AB23CA098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E6FBD-B855-12BD-32ED-98A26E6D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7E561-7516-C080-60E4-A0C5A458B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AE87C-4909-F0B5-8157-346B3DAE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617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FA04-F9C6-A89F-AB99-286042D0F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7C22A-C3A0-3A29-EE73-110D8FE08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F18C9-3DC9-A0CA-8C69-7B2A413A7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9A002-47DF-EF88-617E-800684B9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A1FE7-6D29-E4EF-8E48-DE96A5AF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36634-CD89-37E0-7062-31957B40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8378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3B8B-82F1-D3D4-4CB2-16B0B25F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C7FA8-4551-F943-9406-EF4001A87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CA145-FD22-AE90-C009-CF0DB7C6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16E75-24AE-96B7-798A-E05F3AEB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C0ADD-3806-6E2E-03A0-16E42713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1082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AA3D3-2D4B-EFB3-0C2F-609A6D32C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51C20F-86F1-5A97-F87A-C3F61E459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4A241-5E60-110F-93E0-6A305F145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8BDBE-70F6-3A3F-D990-ED1E08FC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A2498-B65F-A4DD-527E-D5A8C33D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330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84E305-4914-8CAA-8673-311374935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13C9C-D605-B6A0-DE53-5D2BDF494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03B06-1BDF-3720-0C1B-EC51E5A9B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7ACF8-47DD-47E1-BA8B-7C7F6440C20D}" type="datetimeFigureOut">
              <a:rPr lang="en-IE" smtClean="0"/>
              <a:t>06/10/2025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DB93-027C-BD92-2DD8-AF1EAE93F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697E-FFEC-31AE-09F2-7FFA6190E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553FD-C3A8-4914-83A0-2DDBE510DA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222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EC30-2E37-886F-CE0D-8807575A1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Micro: bit Connections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B54AE-99F8-B8EE-9956-50D3E97EA1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725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60480-0FE3-2C13-D9C5-E70AC959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96886" cy="4351338"/>
          </a:xfrm>
        </p:spPr>
        <p:txBody>
          <a:bodyPr/>
          <a:lstStyle/>
          <a:p>
            <a:r>
              <a:rPr lang="en-IE" dirty="0"/>
              <a:t>Soil Moisture Prongs</a:t>
            </a:r>
          </a:p>
        </p:txBody>
      </p:sp>
      <p:pic>
        <p:nvPicPr>
          <p:cNvPr id="5" name="Content Placeholder 4" descr="A computer with wires connected to a device&#10;&#10;AI-generated content may be incorrect.">
            <a:extLst>
              <a:ext uri="{FF2B5EF4-FFF2-40B4-BE49-F238E27FC236}">
                <a16:creationId xmlns:a16="http://schemas.microsoft.com/office/drawing/2014/main" id="{3FF92C51-F851-AE7C-9739-962D5FD9F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73"/>
          <a:stretch>
            <a:fillRect/>
          </a:stretch>
        </p:blipFill>
        <p:spPr>
          <a:xfrm>
            <a:off x="4268305" y="0"/>
            <a:ext cx="6002365" cy="6884866"/>
          </a:xfrm>
        </p:spPr>
      </p:pic>
    </p:spTree>
    <p:extLst>
      <p:ext uri="{BB962C8B-B14F-4D97-AF65-F5344CB8AC3E}">
        <p14:creationId xmlns:p14="http://schemas.microsoft.com/office/powerpoint/2010/main" val="118983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51BE-7143-59F4-6C96-C3D587A97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23457" cy="6264275"/>
          </a:xfrm>
        </p:spPr>
        <p:txBody>
          <a:bodyPr/>
          <a:lstStyle/>
          <a:p>
            <a:r>
              <a:rPr lang="en-IE" dirty="0"/>
              <a:t>LDR</a:t>
            </a:r>
            <a:br>
              <a:rPr lang="en-IE" dirty="0"/>
            </a:br>
            <a:r>
              <a:rPr lang="en-IE" sz="3200" dirty="0"/>
              <a:t>(with resistor)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33E397-8D2D-9E43-A121-7A55539BB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8842" y="0"/>
            <a:ext cx="6754586" cy="686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66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FDEB-7E06-2A94-CC67-DE23E006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88411" cy="5811838"/>
          </a:xfrm>
        </p:spPr>
        <p:txBody>
          <a:bodyPr/>
          <a:lstStyle/>
          <a:p>
            <a:r>
              <a:rPr lang="en-IE" dirty="0"/>
              <a:t>LED</a:t>
            </a:r>
            <a:br>
              <a:rPr lang="en-IE" dirty="0"/>
            </a:br>
            <a:r>
              <a:rPr lang="en-IE" sz="3200" dirty="0"/>
              <a:t>(with resistor)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1F5502-9C24-A550-311F-214AFA17B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7713" y="0"/>
            <a:ext cx="6556076" cy="686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994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CDA67-C4BA-8379-26FC-978D30A7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457755" cy="6070181"/>
          </a:xfrm>
        </p:spPr>
        <p:txBody>
          <a:bodyPr/>
          <a:lstStyle/>
          <a:p>
            <a:r>
              <a:rPr lang="en-IE" dirty="0"/>
              <a:t>Buzzer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E6C237-17FB-3ABB-1138-35D611C4B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6823" y="0"/>
            <a:ext cx="4878447" cy="69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370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51D3-66DB-1890-F51B-C57186D0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419" y="2766218"/>
            <a:ext cx="10515600" cy="1325563"/>
          </a:xfrm>
        </p:spPr>
        <p:txBody>
          <a:bodyPr/>
          <a:lstStyle/>
          <a:p>
            <a:r>
              <a:rPr lang="en-IE" dirty="0"/>
              <a:t>Speaker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2AC7AB-B95D-6822-EF8B-8C5E3BEE8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8174" y="0"/>
            <a:ext cx="5279788" cy="68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0176E-12BD-3365-5E2E-76D6E7349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89075" cy="5552596"/>
          </a:xfrm>
        </p:spPr>
        <p:txBody>
          <a:bodyPr/>
          <a:lstStyle/>
          <a:p>
            <a:r>
              <a:rPr lang="en-IE" dirty="0"/>
              <a:t>Photodiode</a:t>
            </a:r>
            <a:br>
              <a:rPr lang="en-IE" dirty="0"/>
            </a:br>
            <a:r>
              <a:rPr lang="en-IE" sz="3600" dirty="0"/>
              <a:t>(with resistor)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318314-ED90-87B2-0569-0106B892B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4264495" y="1032124"/>
            <a:ext cx="6953089" cy="488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08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88EA-9083-330B-88FA-6CC11941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660" y="2103437"/>
            <a:ext cx="3388744" cy="2520321"/>
          </a:xfrm>
        </p:spPr>
        <p:txBody>
          <a:bodyPr>
            <a:normAutofit/>
          </a:bodyPr>
          <a:lstStyle/>
          <a:p>
            <a:r>
              <a:rPr lang="en-IE" dirty="0"/>
              <a:t>Solar Energy Store &amp; automatic Fan set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32460-D8D2-EA5F-C6CA-F326B92F0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774" y="0"/>
            <a:ext cx="49680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85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1661-30B5-7D1A-33F7-4D0CD861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14" y="1262273"/>
            <a:ext cx="3595777" cy="3948083"/>
          </a:xfrm>
        </p:spPr>
        <p:txBody>
          <a:bodyPr>
            <a:normAutofit/>
          </a:bodyPr>
          <a:lstStyle/>
          <a:p>
            <a:r>
              <a:rPr lang="en-IE" dirty="0"/>
              <a:t>Solar Energy Store &amp; Fan set 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74EB8D-4069-160C-8C09-6C4BBA930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5684302" y="195589"/>
            <a:ext cx="5291165" cy="695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54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7F22-2C72-A650-B058-5B5A6279A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94" y="1084023"/>
            <a:ext cx="3682042" cy="4689954"/>
          </a:xfrm>
        </p:spPr>
        <p:txBody>
          <a:bodyPr>
            <a:normAutofit/>
          </a:bodyPr>
          <a:lstStyle/>
          <a:p>
            <a:r>
              <a:rPr lang="en-IE" sz="5400" dirty="0"/>
              <a:t>Solar Energy Store &amp; light set 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00498E-0C73-C414-6266-730EB56D5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5775945" y="-41134"/>
            <a:ext cx="5305245" cy="694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89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8EF7-F1EC-4DED-04BE-CBD27B92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83992" cy="4901819"/>
          </a:xfrm>
        </p:spPr>
        <p:txBody>
          <a:bodyPr>
            <a:normAutofit/>
          </a:bodyPr>
          <a:lstStyle/>
          <a:p>
            <a:r>
              <a:rPr lang="en-IE" dirty="0"/>
              <a:t>Solar Energy Store &amp; automatic light set 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A7F88D-7213-2E0D-6E9A-A9D2A45A5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5007665" y="61261"/>
            <a:ext cx="6724289" cy="673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93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9E80-507D-02CB-6180-9EBA04FA0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50" y="1394573"/>
            <a:ext cx="3129951" cy="4068852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Solar Panel Powered light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7CA45-A7EF-36A0-74BC-5C8E8F4B9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5082897" y="-475390"/>
            <a:ext cx="5788326" cy="780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4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3740-9B13-75CA-CB6C-B7FD2D48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1005205"/>
            <a:ext cx="3477769" cy="5140532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LED &amp; Resistor connection on breadboard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6E4DF6-C816-DBF1-D182-020199BD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863869" y="-166314"/>
            <a:ext cx="4902153" cy="719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478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320E-F15F-04D2-58DA-24A699E5D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376" y="1764474"/>
            <a:ext cx="4227576" cy="3329051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Buzzer connection on breadboard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D7E2B-BFC5-00F2-BF47-48C467479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0238" y="548640"/>
            <a:ext cx="6007386" cy="549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85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77FD6-DD4E-753F-8E3F-EF9DF0A3C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73" y="2504821"/>
            <a:ext cx="4319016" cy="1325563"/>
          </a:xfrm>
        </p:spPr>
        <p:txBody>
          <a:bodyPr/>
          <a:lstStyle/>
          <a:p>
            <a:pPr algn="ctr"/>
            <a:r>
              <a:rPr lang="en-IE" dirty="0"/>
              <a:t>Ultrasonic distance sensor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724CB3-F07D-14CA-B858-AD8EA6587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8384" y="365125"/>
            <a:ext cx="6131183" cy="631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16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90026-B163-4836-A90C-F345DE2C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272917-3136-961B-E952-72DC1CD08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696" y="962121"/>
            <a:ext cx="10456104" cy="493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47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F6C33-5BFB-1E82-1017-CFCFBFEA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ABB1D-64C5-7FC4-3F97-A77073BA9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73" y="2504821"/>
            <a:ext cx="431901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E" dirty="0"/>
              <a:t>Ultrasonic distance sensor  </a:t>
            </a:r>
            <a:br>
              <a:rPr lang="en-IE" dirty="0"/>
            </a:br>
            <a:r>
              <a:rPr lang="en-IE" dirty="0"/>
              <a:t>using breadboard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C55CC-A5F1-2789-91BC-E24FD0E24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175" y="247206"/>
            <a:ext cx="4865713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8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6403-28A9-6188-9910-40F3F9C0B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08" y="2431669"/>
            <a:ext cx="3368040" cy="1325563"/>
          </a:xfrm>
        </p:spPr>
        <p:txBody>
          <a:bodyPr/>
          <a:lstStyle/>
          <a:p>
            <a:r>
              <a:rPr lang="en-IE" dirty="0"/>
              <a:t>PIR sensor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34F743-243B-9726-F3AD-229381380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8377" y="365125"/>
            <a:ext cx="6373714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8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2694-8209-E1CD-CDD8-101A86092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23B805-70A1-6F71-34F9-B9305C519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3641"/>
            <a:ext cx="10515600" cy="631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649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2147F-0C4D-5524-ECB7-ED1A0698C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9130F-6D1B-6FF5-A0F3-07F79DA7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56" y="2764924"/>
            <a:ext cx="3368040" cy="1325563"/>
          </a:xfrm>
        </p:spPr>
        <p:txBody>
          <a:bodyPr>
            <a:noAutofit/>
          </a:bodyPr>
          <a:lstStyle/>
          <a:p>
            <a:pPr algn="ctr"/>
            <a:r>
              <a:rPr lang="en-IE" sz="4800" dirty="0"/>
              <a:t>PIR sensor using breadboard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BC5DC7-EB5C-D6FD-77D3-BEA815994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934" y="0"/>
            <a:ext cx="7052690" cy="685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45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2EFF-6682-0F0B-502E-49B3CBBDA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873438"/>
            <a:ext cx="4898136" cy="1325563"/>
          </a:xfrm>
        </p:spPr>
        <p:txBody>
          <a:bodyPr/>
          <a:lstStyle/>
          <a:p>
            <a:r>
              <a:rPr lang="en-IE" dirty="0"/>
              <a:t>60 LED Halo HD connection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A843E-E21E-583B-7482-1725E2A36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9943" y="365125"/>
            <a:ext cx="6228258" cy="634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47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rgbClr val="FFFF99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19083a6-dcdc-4391-b682-0d3990b0a59c}" enabled="0" method="" siteId="{919083a6-dcdc-4391-b682-0d3990b0a59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91</Words>
  <Application>Microsoft Office PowerPoint</Application>
  <PresentationFormat>Widescreen</PresentationFormat>
  <Paragraphs>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Micro: bit Connections</vt:lpstr>
      <vt:lpstr>Soil Moisture Prongs</vt:lpstr>
      <vt:lpstr>LDR (with resistor)</vt:lpstr>
      <vt:lpstr>LED (with resistor)</vt:lpstr>
      <vt:lpstr>Buzzer</vt:lpstr>
      <vt:lpstr>Speaker</vt:lpstr>
      <vt:lpstr>Photodiode (with resistor)</vt:lpstr>
      <vt:lpstr>Solar Energy Store &amp; automatic Fan set up</vt:lpstr>
      <vt:lpstr>Solar Energy Store &amp; Fan set up</vt:lpstr>
      <vt:lpstr>Solar Energy Store &amp; light set up</vt:lpstr>
      <vt:lpstr>Solar Energy Store &amp; automatic light set up</vt:lpstr>
      <vt:lpstr>Solar Panel Powered light</vt:lpstr>
      <vt:lpstr>LED &amp; Resistor connection on breadboard</vt:lpstr>
      <vt:lpstr>Buzzer connection on breadboard</vt:lpstr>
      <vt:lpstr>Ultrasonic distance sensor  </vt:lpstr>
      <vt:lpstr>PowerPoint Presentation</vt:lpstr>
      <vt:lpstr>Ultrasonic distance sensor   using breadboard</vt:lpstr>
      <vt:lpstr>PIR sensor </vt:lpstr>
      <vt:lpstr>PowerPoint Presentation</vt:lpstr>
      <vt:lpstr>PIR sensor using breadboard </vt:lpstr>
      <vt:lpstr>60 LED Halo HD connection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Meade</dc:creator>
  <cp:lastModifiedBy>Sarah Meade</cp:lastModifiedBy>
  <cp:revision>1</cp:revision>
  <dcterms:created xsi:type="dcterms:W3CDTF">2025-10-06T19:48:42Z</dcterms:created>
  <dcterms:modified xsi:type="dcterms:W3CDTF">2025-10-06T20:13:05Z</dcterms:modified>
</cp:coreProperties>
</file>